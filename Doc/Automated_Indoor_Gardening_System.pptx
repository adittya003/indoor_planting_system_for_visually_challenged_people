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57985"/>
            <a:ext cx="7772400" cy="1470025"/>
          </a:xfrm>
        </p:spPr>
        <p:txBody>
          <a:bodyPr/>
          <a:lstStyle/>
          <a:p>
            <a:r>
              <a:t>Automated Indoor Gardening System for Visually Impaired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/>
          </a:bodyPr>
          <a:lstStyle/>
          <a:p>
            <a:r>
              <a:rPr dirty="0">
                <a:solidFill>
                  <a:schemeClr val="tx1"/>
                </a:solidFill>
              </a:rPr>
              <a:t>Reg No: </a:t>
            </a:r>
            <a:r>
              <a:rPr lang="en-US" dirty="0">
                <a:solidFill>
                  <a:schemeClr val="tx1"/>
                </a:solidFill>
              </a:rPr>
              <a:t>21BCE1376 </a:t>
            </a:r>
            <a:r>
              <a:rPr lang="en-US" altLang="en-IN" dirty="0">
                <a:solidFill>
                  <a:schemeClr val="tx1"/>
                </a:solidFill>
              </a:rPr>
              <a:t>21BCE1672 21BCE5632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Your Name: </a:t>
            </a:r>
            <a:r>
              <a:rPr lang="en-US" dirty="0">
                <a:solidFill>
                  <a:schemeClr val="tx1"/>
                </a:solidFill>
              </a:rPr>
              <a:t>Aditi Singh Adittya Narayan Anjana SA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Guide: Dr.</a:t>
            </a:r>
            <a:r>
              <a:rPr lang="en-US" dirty="0">
                <a:solidFill>
                  <a:schemeClr val="tx1"/>
                </a:solidFill>
              </a:rPr>
              <a:t>Umamaheswari 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Outline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1. Area of the Project</a:t>
            </a:r>
            <a:endParaRPr dirty="0"/>
          </a:p>
          <a:p>
            <a:r>
              <a:rPr dirty="0"/>
              <a:t>2. Background of the Problem</a:t>
            </a:r>
            <a:endParaRPr dirty="0"/>
          </a:p>
          <a:p>
            <a:r>
              <a:rPr dirty="0"/>
              <a:t>3. Problem Statement</a:t>
            </a:r>
            <a:endParaRPr dirty="0"/>
          </a:p>
          <a:p>
            <a:r>
              <a:rPr dirty="0"/>
              <a:t>4. Proposed Idea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Area of the Project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56854" y="1792886"/>
            <a:ext cx="853782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Assistive Technology for Accessibility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Focuses on integrating smart technology to enhance the independence and quality of life for visually impaired individuals.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Gardening Solutions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Combines IoT, automation, and multisensory interfaces to create inclusive and accessible gardening systems.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of the Problem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67129" y="1434270"/>
            <a:ext cx="873864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Accessibility in Existing Solutions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Current indoor gardening systems lack features tailored for visually impaired users, such as tactile markers or voice guidance, making plant care challenging.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Barriers to Independence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Visually impaired individuals often depend on others for routine plant care tasks like watering, monitoring soil moisture, and ensuring proper light conditions.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Missed Benefits of Gardening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Gardening offers therapeutic benefits, including mindfulness and stress relief, which visually impaired individuals often miss due to inaccessible systems.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Inclusive Technology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lack of inclusive design in smart gardening solutions highlights the necessity for technology that caters specifically to diverse user needs.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9237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Managing indoor plants poses significant challenges for visually impaired individuals due to the inability to assess soil moisture, lighting conditions, and watering needs effectively.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To address this, our solution involves: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b="1" dirty="0"/>
              <a:t>Automated Plant Care</a:t>
            </a:r>
            <a:r>
              <a:rPr lang="en-US" sz="2400" dirty="0"/>
              <a:t>: Incorporating sensors for soil moisture, light, and environmental conditions to monitor plant health.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b="1" dirty="0"/>
              <a:t>Accessible Interaction</a:t>
            </a:r>
            <a:r>
              <a:rPr lang="en-US" sz="2400" dirty="0"/>
              <a:t>: Providing voice assistance and tactile markers for seamless and independent interaction with the system.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b="1" dirty="0"/>
              <a:t>Smart Automation</a:t>
            </a:r>
            <a:r>
              <a:rPr lang="en-US" sz="2400" dirty="0"/>
              <a:t>: Triggering automatic watering mechanisms and sending alerts for plant care when required.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b="1" dirty="0"/>
              <a:t>Holistic Feedback</a:t>
            </a:r>
            <a:r>
              <a:rPr lang="en-US" sz="2400" dirty="0"/>
              <a:t>: Offering audio and mobile app-based updates on plant health for comprehensive monitoring.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2052</Words>
  <Application>WPS Presentation</Application>
  <PresentationFormat>On-screen Show (4:3)</PresentationFormat>
  <Paragraphs>36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Automated Indoor Gardening System for Visually Impaired</vt:lpstr>
      <vt:lpstr>Outline</vt:lpstr>
      <vt:lpstr>Area of the Project</vt:lpstr>
      <vt:lpstr>Background of the Problem</vt:lpstr>
      <vt:lpstr>Problem Statement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aditt</cp:lastModifiedBy>
  <cp:revision>7</cp:revision>
  <dcterms:created xsi:type="dcterms:W3CDTF">2013-01-27T09:14:00Z</dcterms:created>
  <dcterms:modified xsi:type="dcterms:W3CDTF">2024-12-19T06:33:06Z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9889C913104A4C21838ED58422CCA480_12</vt:lpwstr>
  </property>
  <property fmtid="{D5CDD505-2E9C-101B-9397-08002B2CF9AE}" pid="3" name="KSOProductBuildVer">
    <vt:lpwstr>1033-12.2.0.19307</vt:lpwstr>
  </property>
</Properties>
</file>